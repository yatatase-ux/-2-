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6E74D3-B11B-C4A2-B823-0A01302E7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B43845B-0B56-B2F8-FE2E-1482FEC1A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0CE3CA-C1B3-3233-4D63-20C2A2B9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8D96B9-7F3E-7ADF-5929-63D932B7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63E470-BCB1-AF02-9844-D94B3749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99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FCE092-4DDA-D526-0BD9-2A11E77F0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BE2CC0-055E-F0BE-22F1-B2630016E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539BA5-EB73-6FE5-982C-A4DF9F04B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B5105-CD29-3C44-3FB2-229FF3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2EFC6D-D67E-1B46-CC23-B23A2129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3856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51473E-B5C6-B235-1982-9909CC7D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4FF8AB-7B99-0457-4525-1FA2DBAB5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ACEA53-4E15-07BD-EA45-D930272E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EBD9C7-EF66-3509-8520-873907ED0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7BB7D3-2639-3D20-76CE-33622A2E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18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2BB23D-2238-8D5D-08C4-CFD0FD654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CCC501-4831-BC55-363C-063E5B2EF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4516949-DB46-C8BA-83EB-8608E2F2A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118F74-24CF-4EEE-148D-F956EAEA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EE586F-6B8D-9EEF-7891-1479465B0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ED2633-4950-ADC0-564F-D30751BE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8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6CFAAA-BF07-C7A2-00B9-B1EFF5B3E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DB210F-2E0B-D232-CEC9-1EC5A1F0D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517EC0-EBB9-D198-D1FE-6ED736374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1A5F43-B70E-54F6-99AA-BB3796D63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A280000-02F5-4F5B-25B0-0E692D46F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FE45214-6D3A-2B8D-6401-8C1693E3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3C5617-F4A6-C60C-E3CC-B1A067BE7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B4CC063-D3F0-D65D-4D7B-4AB66453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41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8C4DDE-5F90-B47B-7BA8-B2AA96665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41CFED6-4BCB-B993-662C-28A6DC632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609334-CC12-6828-92AB-DADDA8C0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D94DA3A-D814-7FA3-B080-199225532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275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6614541-4FB8-3A4B-D0B9-4B275C15F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F6F0BF0-84C5-BE15-505B-BE432BDA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FE748A-2384-E774-446D-3F3F474C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929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9E8B4C-29E7-425E-28E8-A5950974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EAC11F-ABF2-E775-8F1D-58AAAD511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CF9DEA-AE39-C79B-E04A-40922E866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317D79-F57B-61E2-3CAE-0957B580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5C7DF1E-6925-72F8-D1CA-65D0FDD4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097411B-DD4B-89BA-EC2D-F6843A8C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746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4B3E45-7BE8-D33C-1E43-B3D832E07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06EF88E-69A1-8E26-C132-9C9B2EDC3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CDFB43D-2926-81E2-A684-C3A043AC9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A989C8-D018-6CBE-5D04-1C3E28B3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FFEFAC-1AE0-47F4-2A80-F0705D84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B5FAB4-FD47-C569-035F-A352A4A1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700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9BC81E-6042-51DB-704E-7FCDC3FC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877568-B843-99FD-DBCB-CD922386A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12645C-13E8-066C-9066-9F162FF8E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AF6CB-5238-E718-EC5D-10609A0C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40B4FE-78B6-494B-72DE-B088DAB6F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229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F3A0F63-9A1C-F4EE-A9A7-79895D26D8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3E1E079-AF76-8B90-A2BF-B8607C9AF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9A51A1-ADCB-6F43-7BF3-D1AFD8A38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D33AAE-7654-2B88-BBBE-54D226E18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B3EAB5-85D8-E785-4AAB-DC67EF37C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8436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BFC5B18-7076-1C4D-CD20-B9BC8CC70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C9CA92-E2D6-755D-4C53-07A727CDE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EC6AB8-5DD0-2885-A877-BE4024551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C68FD-003E-4C83-BBC6-ED4A3F4628C3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210832-7068-0094-DD47-A64BB588F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B1A2CD-625B-5100-1FAC-F39C8EBAB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04198-A0DF-4F1D-9458-038EE7EB1C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682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1611B10-ACEF-BBD8-9E89-4B86AF0EC4CB}"/>
              </a:ext>
            </a:extLst>
          </p:cNvPr>
          <p:cNvSpPr/>
          <p:nvPr/>
        </p:nvSpPr>
        <p:spPr>
          <a:xfrm>
            <a:off x="336000" y="189000"/>
            <a:ext cx="11520000" cy="64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369E7619-1055-FAA0-0FF2-B86205CEE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510" y="1509369"/>
            <a:ext cx="4092111" cy="4092111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6C5F177B-02E8-0FA9-56F4-874539B540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60434" y="244218"/>
            <a:ext cx="3307038" cy="3307038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5117E1A-95B8-C2F2-6F08-3CEE52FD69D6}"/>
              </a:ext>
            </a:extLst>
          </p:cNvPr>
          <p:cNvSpPr/>
          <p:nvPr/>
        </p:nvSpPr>
        <p:spPr>
          <a:xfrm>
            <a:off x="336000" y="5280991"/>
            <a:ext cx="11520000" cy="1388009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solidFill>
                  <a:srgbClr val="000000"/>
                </a:solidFill>
              </a:rPr>
              <a:t>実況テキスト</a:t>
            </a:r>
            <a:endParaRPr kumimoji="1" lang="ja-JP" altLang="en-US" sz="6600" dirty="0">
              <a:solidFill>
                <a:srgbClr val="000000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7CA840-A905-5EA8-E878-A44BDE7D5223}"/>
              </a:ext>
            </a:extLst>
          </p:cNvPr>
          <p:cNvSpPr/>
          <p:nvPr/>
        </p:nvSpPr>
        <p:spPr>
          <a:xfrm>
            <a:off x="715618" y="4300331"/>
            <a:ext cx="2040834" cy="36443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896F8A9-ABFE-A22B-8B2D-FD9A8AA9FCEE}"/>
              </a:ext>
            </a:extLst>
          </p:cNvPr>
          <p:cNvSpPr/>
          <p:nvPr/>
        </p:nvSpPr>
        <p:spPr>
          <a:xfrm>
            <a:off x="9256644" y="765158"/>
            <a:ext cx="2040834" cy="36443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CCEBC61-2A18-8E96-7FBB-4E2DA0ABAE5F}"/>
              </a:ext>
            </a:extLst>
          </p:cNvPr>
          <p:cNvGrpSpPr/>
          <p:nvPr/>
        </p:nvGrpSpPr>
        <p:grpSpPr>
          <a:xfrm>
            <a:off x="10465906" y="342333"/>
            <a:ext cx="364434" cy="364434"/>
            <a:chOff x="5334001" y="1696278"/>
            <a:chExt cx="306000" cy="306000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104C62D8-A356-CFED-06DF-45812DA9156F}"/>
                </a:ext>
              </a:extLst>
            </p:cNvPr>
            <p:cNvSpPr>
              <a:spLocks/>
            </p:cNvSpPr>
            <p:nvPr/>
          </p:nvSpPr>
          <p:spPr>
            <a:xfrm>
              <a:off x="5334001" y="1696278"/>
              <a:ext cx="306000" cy="306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" name="図 7" descr="毒【パープル】 ▪︎ DOT ILLUST">
              <a:extLst>
                <a:ext uri="{FF2B5EF4-FFF2-40B4-BE49-F238E27FC236}">
                  <a16:creationId xmlns:a16="http://schemas.microsoft.com/office/drawing/2014/main" id="{55FF8BF6-0606-6E9B-53A1-38A74475E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356137" y="1740550"/>
              <a:ext cx="252000" cy="252000"/>
            </a:xfrm>
            <a:prstGeom prst="rect">
              <a:avLst/>
            </a:prstGeom>
          </p:spPr>
        </p:pic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A1FCBDD-8F47-1450-C32E-B9B3A08707F6}"/>
              </a:ext>
            </a:extLst>
          </p:cNvPr>
          <p:cNvSpPr txBox="1"/>
          <p:nvPr/>
        </p:nvSpPr>
        <p:spPr>
          <a:xfrm>
            <a:off x="9127295" y="305783"/>
            <a:ext cx="1398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草特殊</a:t>
            </a:r>
            <a:endParaRPr kumimoji="1" lang="ja-JP" altLang="en-US" sz="28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E823673-4602-DE83-2FD7-82A67A815F50}"/>
              </a:ext>
            </a:extLst>
          </p:cNvPr>
          <p:cNvSpPr txBox="1"/>
          <p:nvPr/>
        </p:nvSpPr>
        <p:spPr>
          <a:xfrm>
            <a:off x="622854" y="3913030"/>
            <a:ext cx="1398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水特殊</a:t>
            </a:r>
            <a:endParaRPr kumimoji="1" lang="ja-JP" altLang="en-US" sz="2400" dirty="0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6F4115CE-0842-3BC8-65A6-0F43873438CE}"/>
              </a:ext>
            </a:extLst>
          </p:cNvPr>
          <p:cNvGrpSpPr/>
          <p:nvPr/>
        </p:nvGrpSpPr>
        <p:grpSpPr>
          <a:xfrm>
            <a:off x="777941" y="4728586"/>
            <a:ext cx="364434" cy="403303"/>
            <a:chOff x="6979959" y="3309896"/>
            <a:chExt cx="364434" cy="403303"/>
          </a:xfrm>
        </p:grpSpPr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B20F10C-D1B9-2B6A-CECA-32BE3401E16D}"/>
                </a:ext>
              </a:extLst>
            </p:cNvPr>
            <p:cNvSpPr/>
            <p:nvPr/>
          </p:nvSpPr>
          <p:spPr>
            <a:xfrm>
              <a:off x="6979959" y="3329330"/>
              <a:ext cx="364434" cy="364434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3" name="図 12" descr="シンプルな剣のアイコン。武器のアイコン。のイラスト素材 [FYI08084211]">
              <a:extLst>
                <a:ext uri="{FF2B5EF4-FFF2-40B4-BE49-F238E27FC236}">
                  <a16:creationId xmlns:a16="http://schemas.microsoft.com/office/drawing/2014/main" id="{9FB6E229-7BA3-D217-9B6C-010BA0B2C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3574" r="30269"/>
            <a:stretch>
              <a:fillRect/>
            </a:stretch>
          </p:blipFill>
          <p:spPr>
            <a:xfrm rot="2654791">
              <a:off x="7089265" y="3309896"/>
              <a:ext cx="145822" cy="403303"/>
            </a:xfrm>
            <a:prstGeom prst="rect">
              <a:avLst/>
            </a:prstGeom>
          </p:spPr>
        </p:pic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5D4D08-7D27-671A-E610-DB23900BD152}"/>
              </a:ext>
            </a:extLst>
          </p:cNvPr>
          <p:cNvSpPr txBox="1"/>
          <p:nvPr/>
        </p:nvSpPr>
        <p:spPr>
          <a:xfrm>
            <a:off x="1013792" y="4973954"/>
            <a:ext cx="43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000000"/>
                </a:solidFill>
              </a:rPr>
              <a:t>1</a:t>
            </a:r>
            <a:endParaRPr kumimoji="1" lang="ja-JP" altLang="en-US" sz="1200" b="1" dirty="0">
              <a:solidFill>
                <a:srgbClr val="000000"/>
              </a:solidFill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A210DC03-EAE4-5902-4150-30BEEAE0FF28}"/>
              </a:ext>
            </a:extLst>
          </p:cNvPr>
          <p:cNvGrpSpPr/>
          <p:nvPr/>
        </p:nvGrpSpPr>
        <p:grpSpPr>
          <a:xfrm>
            <a:off x="1329930" y="4748020"/>
            <a:ext cx="364434" cy="364434"/>
            <a:chOff x="7072724" y="1314050"/>
            <a:chExt cx="364434" cy="364434"/>
          </a:xfrm>
        </p:grpSpPr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0FCD0811-7DBD-F9BA-85AE-B1263B1410E1}"/>
                </a:ext>
              </a:extLst>
            </p:cNvPr>
            <p:cNvSpPr/>
            <p:nvPr/>
          </p:nvSpPr>
          <p:spPr>
            <a:xfrm>
              <a:off x="7072724" y="1314050"/>
              <a:ext cx="364434" cy="36443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0" name="図 19" descr="盾マークイラストのフリー素材｜イラストイメージ">
              <a:extLst>
                <a:ext uri="{FF2B5EF4-FFF2-40B4-BE49-F238E27FC236}">
                  <a16:creationId xmlns:a16="http://schemas.microsoft.com/office/drawing/2014/main" id="{F12B26F7-E759-FDC8-FD9A-8CB2C78DE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537" t="8604" r="9537" b="7980"/>
            <a:stretch>
              <a:fillRect/>
            </a:stretch>
          </p:blipFill>
          <p:spPr>
            <a:xfrm>
              <a:off x="7108664" y="1345490"/>
              <a:ext cx="292553" cy="301554"/>
            </a:xfrm>
            <a:prstGeom prst="rect">
              <a:avLst/>
            </a:prstGeom>
          </p:spPr>
        </p:pic>
      </p:grp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B67134F-FEC7-7804-F45F-FEF25A848C8A}"/>
              </a:ext>
            </a:extLst>
          </p:cNvPr>
          <p:cNvSpPr txBox="1"/>
          <p:nvPr/>
        </p:nvSpPr>
        <p:spPr>
          <a:xfrm>
            <a:off x="1588350" y="4990883"/>
            <a:ext cx="43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000000"/>
                </a:solidFill>
              </a:rPr>
              <a:t>2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F9468CC3-4A45-E122-88DA-5C8C7381D838}"/>
              </a:ext>
            </a:extLst>
          </p:cNvPr>
          <p:cNvGrpSpPr/>
          <p:nvPr/>
        </p:nvGrpSpPr>
        <p:grpSpPr>
          <a:xfrm>
            <a:off x="9338846" y="1207408"/>
            <a:ext cx="364434" cy="364434"/>
            <a:chOff x="6244463" y="2106537"/>
            <a:chExt cx="364434" cy="364434"/>
          </a:xfrm>
        </p:grpSpPr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C3F1D6F2-3BFE-B0CC-44C0-FF2F3B155A71}"/>
                </a:ext>
              </a:extLst>
            </p:cNvPr>
            <p:cNvSpPr/>
            <p:nvPr/>
          </p:nvSpPr>
          <p:spPr>
            <a:xfrm>
              <a:off x="6244463" y="2106537"/>
              <a:ext cx="364434" cy="364434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3" name="図 22" descr="魔法使いの杖のシルエット02 | 無料のAi・PNG白黒シルエットイラスト">
              <a:extLst>
                <a:ext uri="{FF2B5EF4-FFF2-40B4-BE49-F238E27FC236}">
                  <a16:creationId xmlns:a16="http://schemas.microsoft.com/office/drawing/2014/main" id="{3C66449C-5679-F723-7784-52C6EEE22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702" t="13390" r="14520" b="13786"/>
            <a:stretch>
              <a:fillRect/>
            </a:stretch>
          </p:blipFill>
          <p:spPr>
            <a:xfrm>
              <a:off x="6308655" y="2169009"/>
              <a:ext cx="236050" cy="239489"/>
            </a:xfrm>
            <a:prstGeom prst="rect">
              <a:avLst/>
            </a:prstGeom>
          </p:spPr>
        </p:pic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6FDE781-5D94-A8EF-B4B7-77776EC340BA}"/>
              </a:ext>
            </a:extLst>
          </p:cNvPr>
          <p:cNvSpPr txBox="1"/>
          <p:nvPr/>
        </p:nvSpPr>
        <p:spPr>
          <a:xfrm>
            <a:off x="9550469" y="1472417"/>
            <a:ext cx="43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000000"/>
                </a:solidFill>
              </a:rPr>
              <a:t>6</a:t>
            </a: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4E546CE9-7169-0C44-30D9-38E1DBD48651}"/>
              </a:ext>
            </a:extLst>
          </p:cNvPr>
          <p:cNvGrpSpPr/>
          <p:nvPr/>
        </p:nvGrpSpPr>
        <p:grpSpPr>
          <a:xfrm>
            <a:off x="9929284" y="1205932"/>
            <a:ext cx="405244" cy="364434"/>
            <a:chOff x="5555350" y="2775771"/>
            <a:chExt cx="405244" cy="364434"/>
          </a:xfrm>
        </p:grpSpPr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68CFA62A-EAB8-7DEB-4676-4D4BC7563C2E}"/>
                </a:ext>
              </a:extLst>
            </p:cNvPr>
            <p:cNvSpPr/>
            <p:nvPr/>
          </p:nvSpPr>
          <p:spPr>
            <a:xfrm>
              <a:off x="5555350" y="2775771"/>
              <a:ext cx="364434" cy="36443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6" name="図 25" descr="ランニングシューズのロイヤリティフリーイラスト素材 41,900点以上 - iStock">
              <a:extLst>
                <a:ext uri="{FF2B5EF4-FFF2-40B4-BE49-F238E27FC236}">
                  <a16:creationId xmlns:a16="http://schemas.microsoft.com/office/drawing/2014/main" id="{769E6AE7-3163-AAFC-719C-2122ABDAE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1351" t="32636" r="22313" b="33172"/>
            <a:stretch>
              <a:fillRect/>
            </a:stretch>
          </p:blipFill>
          <p:spPr>
            <a:xfrm>
              <a:off x="5595042" y="2847060"/>
              <a:ext cx="365552" cy="221855"/>
            </a:xfrm>
            <a:prstGeom prst="rect">
              <a:avLst/>
            </a:prstGeom>
          </p:spPr>
        </p:pic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AF70156-8FEE-2ADC-687F-5DEA25432ED6}"/>
              </a:ext>
            </a:extLst>
          </p:cNvPr>
          <p:cNvSpPr txBox="1"/>
          <p:nvPr/>
        </p:nvSpPr>
        <p:spPr>
          <a:xfrm>
            <a:off x="10203226" y="1448795"/>
            <a:ext cx="43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48469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</Words>
  <Application>Microsoft Office PowerPoint</Application>
  <PresentationFormat>ワイド画面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山下 大星</dc:creator>
  <cp:lastModifiedBy>山下 大星</cp:lastModifiedBy>
  <cp:revision>1</cp:revision>
  <dcterms:created xsi:type="dcterms:W3CDTF">2026-09-03T15:17:47Z</dcterms:created>
  <dcterms:modified xsi:type="dcterms:W3CDTF">2026-09-03T15:59:06Z</dcterms:modified>
</cp:coreProperties>
</file>